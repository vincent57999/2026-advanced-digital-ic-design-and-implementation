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83" r:id="rId2"/>
    <p:sldId id="385" r:id="rId3"/>
    <p:sldId id="389" r:id="rId4"/>
    <p:sldId id="390" r:id="rId5"/>
    <p:sldId id="386" r:id="rId6"/>
    <p:sldId id="388" r:id="rId7"/>
    <p:sldId id="387" r:id="rId8"/>
  </p:sldIdLst>
  <p:sldSz cx="9144000" cy="6858000" type="screen4x3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9" autoAdjust="0"/>
    <p:restoredTop sz="88311" autoAdjust="0"/>
  </p:normalViewPr>
  <p:slideViewPr>
    <p:cSldViewPr>
      <p:cViewPr varScale="1">
        <p:scale>
          <a:sx n="65" d="100"/>
          <a:sy n="65" d="100"/>
        </p:scale>
        <p:origin x="16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3254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E92FF96-B655-413A-93CE-FA1E2FB84619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CC74F42-E49F-4115-BE05-DEB60BF6F9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5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4A14182-CC5F-47EE-971A-16B50E587D7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3591784-569A-4563-B137-4EC37C51C6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1753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91784-569A-4563-B137-4EC37C51C6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261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198884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2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43075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439827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520259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80728"/>
            <a:ext cx="9144000" cy="72008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2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614864" y="6525344"/>
            <a:ext cx="21336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altLang="zh-TW" dirty="0"/>
              <a:t>1-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0" y="6525344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chemeClr val="bg1">
                    <a:lumMod val="75000"/>
                  </a:schemeClr>
                </a:solidFill>
                <a:latin typeface="Centaur" pitchFamily="18" charset="0"/>
              </a:rPr>
              <a:t>Yuan-Ho</a:t>
            </a:r>
            <a:r>
              <a:rPr lang="en-US" altLang="zh-TW" sz="1400" b="1" baseline="0" dirty="0">
                <a:solidFill>
                  <a:schemeClr val="bg1">
                    <a:lumMod val="75000"/>
                  </a:schemeClr>
                </a:solidFill>
                <a:latin typeface="Centaur" pitchFamily="18" charset="0"/>
              </a:rPr>
              <a:t> Chen</a:t>
            </a:r>
            <a:endParaRPr lang="zh-TW" altLang="en-US" sz="1400" b="1" dirty="0">
              <a:solidFill>
                <a:schemeClr val="bg1">
                  <a:lumMod val="75000"/>
                </a:schemeClr>
              </a:solidFill>
              <a:latin typeface="Centaur" pitchFamily="18" charset="0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0" y="6525344"/>
            <a:ext cx="1547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i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Adv. DIC Design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75000"/>
              <a:lumOff val="2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zenodo.org/records/10519652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NN for the Blood MNIST.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E8D17A5-C204-DB16-0427-65EE5E811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49" y="2208226"/>
            <a:ext cx="1573510" cy="157351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273B460-AE61-13B8-8156-8A3B8C327A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172" y="2224225"/>
            <a:ext cx="1573510" cy="157351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A051C79-9772-3AB0-2532-283F8E32DD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2" y="3993834"/>
            <a:ext cx="1595948" cy="159594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E501115-3BD6-B0B6-9849-146ABE7DA6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173" y="4016273"/>
            <a:ext cx="1573509" cy="157350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762051D-18FB-A5CD-8246-44FEA2AEEC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596" y="2229161"/>
            <a:ext cx="4783404" cy="3258617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0CB8FA7-EC89-8540-D9C3-6EB8601F1507}"/>
              </a:ext>
            </a:extLst>
          </p:cNvPr>
          <p:cNvSpPr/>
          <p:nvPr/>
        </p:nvSpPr>
        <p:spPr>
          <a:xfrm>
            <a:off x="4427984" y="3356992"/>
            <a:ext cx="460851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BD042AB-F055-088E-C37C-EBA07E47BE0E}"/>
              </a:ext>
            </a:extLst>
          </p:cNvPr>
          <p:cNvSpPr txBox="1">
            <a:spLocks/>
          </p:cNvSpPr>
          <p:nvPr/>
        </p:nvSpPr>
        <p:spPr>
          <a:xfrm>
            <a:off x="457200" y="5793196"/>
            <a:ext cx="8229600" cy="5243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https://zenodo.org/records/10519652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44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8600" y="1152593"/>
            <a:ext cx="9023920" cy="524307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Requirement: model size must smaller than 2MB. (.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date: 9/30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(23:59:59)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four files:</a:t>
            </a:r>
          </a:p>
          <a:p>
            <a:pPr marL="400050" lvl="1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weight.pth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trained parameters only</a:t>
            </a:r>
          </a:p>
          <a:p>
            <a:pPr marL="400050" lvl="1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model.py the network definition (name the class “Model”),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MEAN / STD if you trained with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400050" lvl="1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confusion_matrix.png, loss_graph.png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to the Moodle system.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be late.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27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F1273B8-3E75-45E7-287A-CA35BAC6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1700808"/>
            <a:ext cx="7840169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2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38041CA-A33B-D5AE-368E-0DC64C3EEB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28800"/>
            <a:ext cx="4593402" cy="401922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9CF2240-F6C0-615F-8C5A-9CDE793B4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93" r="49766"/>
          <a:stretch/>
        </p:blipFill>
        <p:spPr>
          <a:xfrm>
            <a:off x="4318163" y="2064388"/>
            <a:ext cx="4593402" cy="314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2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patterns may be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flipped or rotate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must be able to run in test.py.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model was trained with normalization, model.py must define the MEAN and STD constants at module level, as shown below. Otherwise, test.py falls back to the default MEAN = [0, 0, 0] and STD = [1, 1, 1], which means the input images are only scaled to [0, 1] (divided by 255) without further normalization.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106B424-90BD-4BA2-A8AF-852D4C0335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335"/>
          <a:stretch/>
        </p:blipFill>
        <p:spPr>
          <a:xfrm>
            <a:off x="5989436" y="4874272"/>
            <a:ext cx="2708926" cy="16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8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 -1 - Grading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submission must contain a confusion matrix and a loss graph.</a:t>
            </a:r>
          </a:p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2MB will be minus 30 points for this HW.</a:t>
            </a:r>
          </a:p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 submission formats will be minus 30 points for this HW1.</a:t>
            </a:r>
          </a:p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 = (Accuracy × 0.9) + (Pictures × 0.1).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2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-1 – Submit format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M11XXXXXX.zip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 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weight.pth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model.py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   confusion_matrix.png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└──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loss_graph.png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73DA0BB7-265A-403C-9275-D587AB510EDC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7047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47260</TotalTime>
  <Words>314</Words>
  <Application>Microsoft Office PowerPoint</Application>
  <PresentationFormat>如螢幕大小 (4:3)</PresentationFormat>
  <Paragraphs>37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Centaur</vt:lpstr>
      <vt:lpstr>Times New Roman</vt:lpstr>
      <vt:lpstr>Office 佈景主題</vt:lpstr>
      <vt:lpstr>Homework -1</vt:lpstr>
      <vt:lpstr>Homework -1</vt:lpstr>
      <vt:lpstr>Homework -1</vt:lpstr>
      <vt:lpstr>Homework -1</vt:lpstr>
      <vt:lpstr>Homework -1</vt:lpstr>
      <vt:lpstr>Homework -1 - Grading</vt:lpstr>
      <vt:lpstr>Homework -1 – Submit format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yhchen</dc:creator>
  <cp:lastModifiedBy>user</cp:lastModifiedBy>
  <cp:revision>572</cp:revision>
  <cp:lastPrinted>2013-02-27T06:28:46Z</cp:lastPrinted>
  <dcterms:created xsi:type="dcterms:W3CDTF">2012-06-14T09:28:24Z</dcterms:created>
  <dcterms:modified xsi:type="dcterms:W3CDTF">2026-09-17T05:42:35Z</dcterms:modified>
</cp:coreProperties>
</file>